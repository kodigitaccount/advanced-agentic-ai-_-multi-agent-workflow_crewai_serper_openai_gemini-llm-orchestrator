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80" r:id="rId4"/>
    <p:sldId id="276" r:id="rId5"/>
    <p:sldId id="279" r:id="rId6"/>
    <p:sldId id="259" r:id="rId7"/>
    <p:sldId id="260" r:id="rId8"/>
    <p:sldId id="263" r:id="rId9"/>
    <p:sldId id="845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di datascientist" userId="f19029fee92c36b5" providerId="LiveId" clId="{0269D102-F334-4835-8107-077B5D9BF2FE}"/>
    <pc:docChg chg="custSel addSld delSld modSld sldOrd">
      <pc:chgData name="kodi datascientist" userId="f19029fee92c36b5" providerId="LiveId" clId="{0269D102-F334-4835-8107-077B5D9BF2FE}" dt="2026-05-02T19:26:50.601" v="101" actId="47"/>
      <pc:docMkLst>
        <pc:docMk/>
      </pc:docMkLst>
      <pc:sldChg chg="del">
        <pc:chgData name="kodi datascientist" userId="f19029fee92c36b5" providerId="LiveId" clId="{0269D102-F334-4835-8107-077B5D9BF2FE}" dt="2026-05-02T19:13:36.578" v="22" actId="47"/>
        <pc:sldMkLst>
          <pc:docMk/>
          <pc:sldMk cId="3891690778" sldId="256"/>
        </pc:sldMkLst>
      </pc:sldChg>
      <pc:sldChg chg="addSp modSp mod">
        <pc:chgData name="kodi datascientist" userId="f19029fee92c36b5" providerId="LiveId" clId="{0269D102-F334-4835-8107-077B5D9BF2FE}" dt="2026-05-02T19:00:55.250" v="5" actId="14100"/>
        <pc:sldMkLst>
          <pc:docMk/>
          <pc:sldMk cId="1479745222" sldId="259"/>
        </pc:sldMkLst>
        <pc:picChg chg="add mod">
          <ac:chgData name="kodi datascientist" userId="f19029fee92c36b5" providerId="LiveId" clId="{0269D102-F334-4835-8107-077B5D9BF2FE}" dt="2026-05-02T19:00:55.250" v="5" actId="14100"/>
          <ac:picMkLst>
            <pc:docMk/>
            <pc:sldMk cId="1479745222" sldId="259"/>
            <ac:picMk id="3" creationId="{17F346EE-4B35-B33D-61E2-1ED55AA988BF}"/>
          </ac:picMkLst>
        </pc:picChg>
      </pc:sldChg>
      <pc:sldChg chg="addSp modSp mod">
        <pc:chgData name="kodi datascientist" userId="f19029fee92c36b5" providerId="LiveId" clId="{0269D102-F334-4835-8107-077B5D9BF2FE}" dt="2026-05-02T19:01:46.437" v="12" actId="14100"/>
        <pc:sldMkLst>
          <pc:docMk/>
          <pc:sldMk cId="308192264" sldId="260"/>
        </pc:sldMkLst>
        <pc:picChg chg="add mod">
          <ac:chgData name="kodi datascientist" userId="f19029fee92c36b5" providerId="LiveId" clId="{0269D102-F334-4835-8107-077B5D9BF2FE}" dt="2026-05-02T19:01:46.437" v="12" actId="14100"/>
          <ac:picMkLst>
            <pc:docMk/>
            <pc:sldMk cId="308192264" sldId="260"/>
            <ac:picMk id="3" creationId="{6F933D12-D9B6-C27B-4893-3D159007E4B0}"/>
          </ac:picMkLst>
        </pc:picChg>
      </pc:sldChg>
      <pc:sldChg chg="del">
        <pc:chgData name="kodi datascientist" userId="f19029fee92c36b5" providerId="LiveId" clId="{0269D102-F334-4835-8107-077B5D9BF2FE}" dt="2026-05-02T19:13:32.519" v="21" actId="47"/>
        <pc:sldMkLst>
          <pc:docMk/>
          <pc:sldMk cId="1796999961" sldId="261"/>
        </pc:sldMkLst>
      </pc:sldChg>
      <pc:sldChg chg="del">
        <pc:chgData name="kodi datascientist" userId="f19029fee92c36b5" providerId="LiveId" clId="{0269D102-F334-4835-8107-077B5D9BF2FE}" dt="2026-05-02T19:13:37.880" v="23" actId="47"/>
        <pc:sldMkLst>
          <pc:docMk/>
          <pc:sldMk cId="2733742064" sldId="262"/>
        </pc:sldMkLst>
      </pc:sldChg>
      <pc:sldChg chg="addSp delSp modSp mod ord">
        <pc:chgData name="kodi datascientist" userId="f19029fee92c36b5" providerId="LiveId" clId="{0269D102-F334-4835-8107-077B5D9BF2FE}" dt="2026-05-02T19:26:47.803" v="100"/>
        <pc:sldMkLst>
          <pc:docMk/>
          <pc:sldMk cId="524443247" sldId="263"/>
        </pc:sldMkLst>
        <pc:spChg chg="del">
          <ac:chgData name="kodi datascientist" userId="f19029fee92c36b5" providerId="LiveId" clId="{0269D102-F334-4835-8107-077B5D9BF2FE}" dt="2026-05-02T19:24:46.780" v="64" actId="478"/>
          <ac:spMkLst>
            <pc:docMk/>
            <pc:sldMk cId="524443247" sldId="263"/>
            <ac:spMk id="2" creationId="{E00516BB-206C-B522-DA32-5C4C254A5943}"/>
          </ac:spMkLst>
        </pc:spChg>
        <pc:spChg chg="mod">
          <ac:chgData name="kodi datascientist" userId="f19029fee92c36b5" providerId="LiveId" clId="{0269D102-F334-4835-8107-077B5D9BF2FE}" dt="2026-05-02T19:26:40.220" v="97" actId="313"/>
          <ac:spMkLst>
            <pc:docMk/>
            <pc:sldMk cId="524443247" sldId="263"/>
            <ac:spMk id="3" creationId="{B938DDFF-2BEC-CDBD-A3B8-46A3D90B6156}"/>
          </ac:spMkLst>
        </pc:spChg>
        <pc:picChg chg="add mod">
          <ac:chgData name="kodi datascientist" userId="f19029fee92c36b5" providerId="LiveId" clId="{0269D102-F334-4835-8107-077B5D9BF2FE}" dt="2026-05-02T19:26:34.123" v="96" actId="14100"/>
          <ac:picMkLst>
            <pc:docMk/>
            <pc:sldMk cId="524443247" sldId="263"/>
            <ac:picMk id="4" creationId="{FF7C4870-D689-7F87-9C43-A80A54C238C9}"/>
          </ac:picMkLst>
        </pc:picChg>
        <pc:picChg chg="add mod">
          <ac:chgData name="kodi datascientist" userId="f19029fee92c36b5" providerId="LiveId" clId="{0269D102-F334-4835-8107-077B5D9BF2FE}" dt="2026-05-02T19:25:42.071" v="77" actId="14100"/>
          <ac:picMkLst>
            <pc:docMk/>
            <pc:sldMk cId="524443247" sldId="263"/>
            <ac:picMk id="6" creationId="{EFA3412A-1AB1-B681-D380-663633694358}"/>
          </ac:picMkLst>
        </pc:picChg>
      </pc:sldChg>
      <pc:sldChg chg="del">
        <pc:chgData name="kodi datascientist" userId="f19029fee92c36b5" providerId="LiveId" clId="{0269D102-F334-4835-8107-077B5D9BF2FE}" dt="2026-05-02T19:26:50.601" v="101" actId="47"/>
        <pc:sldMkLst>
          <pc:docMk/>
          <pc:sldMk cId="2744127464" sldId="264"/>
        </pc:sldMkLst>
      </pc:sldChg>
      <pc:sldChg chg="addSp modSp new mod">
        <pc:chgData name="kodi datascientist" userId="f19029fee92c36b5" providerId="LiveId" clId="{0269D102-F334-4835-8107-077B5D9BF2FE}" dt="2026-05-02T19:12:03.553" v="20" actId="14100"/>
        <pc:sldMkLst>
          <pc:docMk/>
          <pc:sldMk cId="3530579932" sldId="280"/>
        </pc:sldMkLst>
        <pc:picChg chg="add mod">
          <ac:chgData name="kodi datascientist" userId="f19029fee92c36b5" providerId="LiveId" clId="{0269D102-F334-4835-8107-077B5D9BF2FE}" dt="2026-05-02T19:12:03.553" v="20" actId="14100"/>
          <ac:picMkLst>
            <pc:docMk/>
            <pc:sldMk cId="3530579932" sldId="280"/>
            <ac:picMk id="3" creationId="{7A8B13D4-4299-A50D-7C7A-27E95ABE6A82}"/>
          </ac:picMkLst>
        </pc:picChg>
      </pc:sldChg>
      <pc:sldChg chg="addSp modSp new del mod ord">
        <pc:chgData name="kodi datascientist" userId="f19029fee92c36b5" providerId="LiveId" clId="{0269D102-F334-4835-8107-077B5D9BF2FE}" dt="2026-05-02T19:26:45.653" v="98" actId="47"/>
        <pc:sldMkLst>
          <pc:docMk/>
          <pc:sldMk cId="2520234334" sldId="281"/>
        </pc:sldMkLst>
        <pc:picChg chg="add mod">
          <ac:chgData name="kodi datascientist" userId="f19029fee92c36b5" providerId="LiveId" clId="{0269D102-F334-4835-8107-077B5D9BF2FE}" dt="2026-05-02T19:24:36.535" v="61" actId="1076"/>
          <ac:picMkLst>
            <pc:docMk/>
            <pc:sldMk cId="2520234334" sldId="281"/>
            <ac:picMk id="3" creationId="{85718922-02F6-C1E6-A4DA-A649B2C36186}"/>
          </ac:picMkLst>
        </pc:picChg>
      </pc:sldChg>
      <pc:sldChg chg="modSp add mod">
        <pc:chgData name="kodi datascientist" userId="f19029fee92c36b5" providerId="LiveId" clId="{0269D102-F334-4835-8107-077B5D9BF2FE}" dt="2026-05-02T19:22:56.029" v="58" actId="20577"/>
        <pc:sldMkLst>
          <pc:docMk/>
          <pc:sldMk cId="3710993192" sldId="8453"/>
        </pc:sldMkLst>
        <pc:spChg chg="mod">
          <ac:chgData name="kodi datascientist" userId="f19029fee92c36b5" providerId="LiveId" clId="{0269D102-F334-4835-8107-077B5D9BF2FE}" dt="2026-05-02T19:22:56.029" v="58" actId="20577"/>
          <ac:spMkLst>
            <pc:docMk/>
            <pc:sldMk cId="3710993192" sldId="8453"/>
            <ac:spMk id="2" creationId="{DB1CD1AE-C98F-ECB4-43A2-AB7A018505E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7881C-D106-1054-BC25-82ECF06DF4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E7C911A-2415-B6A2-2152-BE0EAE54B0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E42EBBE-2C45-FEDA-988F-79D3BB7FB006}"/>
              </a:ext>
            </a:extLst>
          </p:cNvPr>
          <p:cNvSpPr>
            <a:spLocks noGrp="1"/>
          </p:cNvSpPr>
          <p:nvPr>
            <p:ph type="dt" sz="half" idx="10"/>
          </p:nvPr>
        </p:nvSpPr>
        <p:spPr/>
        <p:txBody>
          <a:bodyPr/>
          <a:lstStyle/>
          <a:p>
            <a:fld id="{D31867A6-2BA6-4EA7-96BA-496897A2BF05}" type="datetimeFigureOut">
              <a:rPr lang="en-IN" smtClean="0"/>
              <a:t>02-05-2026</a:t>
            </a:fld>
            <a:endParaRPr lang="en-IN"/>
          </a:p>
        </p:txBody>
      </p:sp>
      <p:sp>
        <p:nvSpPr>
          <p:cNvPr id="5" name="Footer Placeholder 4">
            <a:extLst>
              <a:ext uri="{FF2B5EF4-FFF2-40B4-BE49-F238E27FC236}">
                <a16:creationId xmlns:a16="http://schemas.microsoft.com/office/drawing/2014/main" id="{08399429-326C-9E35-7478-8AA57F1763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45A61C-1E33-4D3A-258D-C0FCA4BCD58B}"/>
              </a:ext>
            </a:extLst>
          </p:cNvPr>
          <p:cNvSpPr>
            <a:spLocks noGrp="1"/>
          </p:cNvSpPr>
          <p:nvPr>
            <p:ph type="sldNum" sz="quarter" idx="12"/>
          </p:nvPr>
        </p:nvSpPr>
        <p:spPr/>
        <p:txBody>
          <a:bodyPr/>
          <a:lstStyle/>
          <a:p>
            <a:fld id="{5F9F1684-EA3B-4742-A1AE-8ED6EA020586}" type="slidenum">
              <a:rPr lang="en-IN" smtClean="0"/>
              <a:t>‹#›</a:t>
            </a:fld>
            <a:endParaRPr lang="en-IN"/>
          </a:p>
        </p:txBody>
      </p:sp>
    </p:spTree>
    <p:extLst>
      <p:ext uri="{BB962C8B-B14F-4D97-AF65-F5344CB8AC3E}">
        <p14:creationId xmlns:p14="http://schemas.microsoft.com/office/powerpoint/2010/main" val="2268871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F98B9-2D5E-464C-CD06-D22BA6BE17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744496-ACC4-36E1-3D24-D0584F9AC7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45E5ED-8950-6069-5DC6-D86FB25F9CBE}"/>
              </a:ext>
            </a:extLst>
          </p:cNvPr>
          <p:cNvSpPr>
            <a:spLocks noGrp="1"/>
          </p:cNvSpPr>
          <p:nvPr>
            <p:ph type="dt" sz="half" idx="10"/>
          </p:nvPr>
        </p:nvSpPr>
        <p:spPr/>
        <p:txBody>
          <a:bodyPr/>
          <a:lstStyle/>
          <a:p>
            <a:fld id="{D31867A6-2BA6-4EA7-96BA-496897A2BF05}" type="datetimeFigureOut">
              <a:rPr lang="en-IN" smtClean="0"/>
              <a:t>02-05-2026</a:t>
            </a:fld>
            <a:endParaRPr lang="en-IN"/>
          </a:p>
        </p:txBody>
      </p:sp>
      <p:sp>
        <p:nvSpPr>
          <p:cNvPr id="5" name="Footer Placeholder 4">
            <a:extLst>
              <a:ext uri="{FF2B5EF4-FFF2-40B4-BE49-F238E27FC236}">
                <a16:creationId xmlns:a16="http://schemas.microsoft.com/office/drawing/2014/main" id="{76AD7F65-D3F3-3665-9996-C61190B944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C67EC3-3EDC-3730-4F71-A663F91EA4AF}"/>
              </a:ext>
            </a:extLst>
          </p:cNvPr>
          <p:cNvSpPr>
            <a:spLocks noGrp="1"/>
          </p:cNvSpPr>
          <p:nvPr>
            <p:ph type="sldNum" sz="quarter" idx="12"/>
          </p:nvPr>
        </p:nvSpPr>
        <p:spPr/>
        <p:txBody>
          <a:bodyPr/>
          <a:lstStyle/>
          <a:p>
            <a:fld id="{5F9F1684-EA3B-4742-A1AE-8ED6EA020586}" type="slidenum">
              <a:rPr lang="en-IN" smtClean="0"/>
              <a:t>‹#›</a:t>
            </a:fld>
            <a:endParaRPr lang="en-IN"/>
          </a:p>
        </p:txBody>
      </p:sp>
    </p:spTree>
    <p:extLst>
      <p:ext uri="{BB962C8B-B14F-4D97-AF65-F5344CB8AC3E}">
        <p14:creationId xmlns:p14="http://schemas.microsoft.com/office/powerpoint/2010/main" val="1653805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17819-AC90-6454-89ED-F30F1475C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A28D13-D7D9-3782-D0C2-6AE89F0014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CFC22B-67AA-FF37-E29A-9DAF6F2828CA}"/>
              </a:ext>
            </a:extLst>
          </p:cNvPr>
          <p:cNvSpPr>
            <a:spLocks noGrp="1"/>
          </p:cNvSpPr>
          <p:nvPr>
            <p:ph type="dt" sz="half" idx="10"/>
          </p:nvPr>
        </p:nvSpPr>
        <p:spPr/>
        <p:txBody>
          <a:bodyPr/>
          <a:lstStyle/>
          <a:p>
            <a:fld id="{D31867A6-2BA6-4EA7-96BA-496897A2BF05}" type="datetimeFigureOut">
              <a:rPr lang="en-IN" smtClean="0"/>
              <a:t>02-05-2026</a:t>
            </a:fld>
            <a:endParaRPr lang="en-IN"/>
          </a:p>
        </p:txBody>
      </p:sp>
      <p:sp>
        <p:nvSpPr>
          <p:cNvPr id="5" name="Footer Placeholder 4">
            <a:extLst>
              <a:ext uri="{FF2B5EF4-FFF2-40B4-BE49-F238E27FC236}">
                <a16:creationId xmlns:a16="http://schemas.microsoft.com/office/drawing/2014/main" id="{AEA5D321-948F-DB7B-41B9-2385438055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94AF3E-6249-3657-8CF9-4264EB4E5ACC}"/>
              </a:ext>
            </a:extLst>
          </p:cNvPr>
          <p:cNvSpPr>
            <a:spLocks noGrp="1"/>
          </p:cNvSpPr>
          <p:nvPr>
            <p:ph type="sldNum" sz="quarter" idx="12"/>
          </p:nvPr>
        </p:nvSpPr>
        <p:spPr/>
        <p:txBody>
          <a:bodyPr/>
          <a:lstStyle/>
          <a:p>
            <a:fld id="{5F9F1684-EA3B-4742-A1AE-8ED6EA020586}" type="slidenum">
              <a:rPr lang="en-IN" smtClean="0"/>
              <a:t>‹#›</a:t>
            </a:fld>
            <a:endParaRPr lang="en-IN"/>
          </a:p>
        </p:txBody>
      </p:sp>
    </p:spTree>
    <p:extLst>
      <p:ext uri="{BB962C8B-B14F-4D97-AF65-F5344CB8AC3E}">
        <p14:creationId xmlns:p14="http://schemas.microsoft.com/office/powerpoint/2010/main" val="708218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AFEBD-1C15-BC11-1E6B-9A621271D9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F7552D-B6AB-3DFC-284D-31E86C504F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D936D3-E720-3742-96BC-C331800E3C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8AB215-2E57-EF20-4079-4B9BF5F93DDD}"/>
              </a:ext>
            </a:extLst>
          </p:cNvPr>
          <p:cNvSpPr>
            <a:spLocks noGrp="1"/>
          </p:cNvSpPr>
          <p:nvPr>
            <p:ph type="dt" sz="half" idx="10"/>
          </p:nvPr>
        </p:nvSpPr>
        <p:spPr/>
        <p:txBody>
          <a:bodyPr/>
          <a:lstStyle/>
          <a:p>
            <a:fld id="{D31867A6-2BA6-4EA7-96BA-496897A2BF05}" type="datetimeFigureOut">
              <a:rPr lang="en-IN" smtClean="0"/>
              <a:t>02-05-2026</a:t>
            </a:fld>
            <a:endParaRPr lang="en-IN"/>
          </a:p>
        </p:txBody>
      </p:sp>
      <p:sp>
        <p:nvSpPr>
          <p:cNvPr id="6" name="Footer Placeholder 5">
            <a:extLst>
              <a:ext uri="{FF2B5EF4-FFF2-40B4-BE49-F238E27FC236}">
                <a16:creationId xmlns:a16="http://schemas.microsoft.com/office/drawing/2014/main" id="{33123216-79B3-AF67-5373-F5F0AE780E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D37598-6A37-00EF-46B8-A03E7FA3FEFA}"/>
              </a:ext>
            </a:extLst>
          </p:cNvPr>
          <p:cNvSpPr>
            <a:spLocks noGrp="1"/>
          </p:cNvSpPr>
          <p:nvPr>
            <p:ph type="sldNum" sz="quarter" idx="12"/>
          </p:nvPr>
        </p:nvSpPr>
        <p:spPr/>
        <p:txBody>
          <a:bodyPr/>
          <a:lstStyle/>
          <a:p>
            <a:fld id="{5F9F1684-EA3B-4742-A1AE-8ED6EA020586}" type="slidenum">
              <a:rPr lang="en-IN" smtClean="0"/>
              <a:t>‹#›</a:t>
            </a:fld>
            <a:endParaRPr lang="en-IN"/>
          </a:p>
        </p:txBody>
      </p:sp>
    </p:spTree>
    <p:extLst>
      <p:ext uri="{BB962C8B-B14F-4D97-AF65-F5344CB8AC3E}">
        <p14:creationId xmlns:p14="http://schemas.microsoft.com/office/powerpoint/2010/main" val="3629713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B6D5A-EF87-2978-73B8-20D9BE25D76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4B536B-F363-7F56-35F9-2E8A11B373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3714BF-0B3A-E7B1-3079-68866BAA1C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4C1584A-7ECB-3BFC-7BE0-1A4B4A36CE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42071B-9679-F73F-0DB9-323EA7D655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91DDCAA-067C-C9AD-DDB2-AF39DE32109D}"/>
              </a:ext>
            </a:extLst>
          </p:cNvPr>
          <p:cNvSpPr>
            <a:spLocks noGrp="1"/>
          </p:cNvSpPr>
          <p:nvPr>
            <p:ph type="dt" sz="half" idx="10"/>
          </p:nvPr>
        </p:nvSpPr>
        <p:spPr/>
        <p:txBody>
          <a:bodyPr/>
          <a:lstStyle/>
          <a:p>
            <a:fld id="{D31867A6-2BA6-4EA7-96BA-496897A2BF05}" type="datetimeFigureOut">
              <a:rPr lang="en-IN" smtClean="0"/>
              <a:t>02-05-2026</a:t>
            </a:fld>
            <a:endParaRPr lang="en-IN"/>
          </a:p>
        </p:txBody>
      </p:sp>
      <p:sp>
        <p:nvSpPr>
          <p:cNvPr id="8" name="Footer Placeholder 7">
            <a:extLst>
              <a:ext uri="{FF2B5EF4-FFF2-40B4-BE49-F238E27FC236}">
                <a16:creationId xmlns:a16="http://schemas.microsoft.com/office/drawing/2014/main" id="{A5CB5394-EF24-5599-D5A2-14A20C5E245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7CB0E0A-C5F1-E10A-DD46-02A2240FFB95}"/>
              </a:ext>
            </a:extLst>
          </p:cNvPr>
          <p:cNvSpPr>
            <a:spLocks noGrp="1"/>
          </p:cNvSpPr>
          <p:nvPr>
            <p:ph type="sldNum" sz="quarter" idx="12"/>
          </p:nvPr>
        </p:nvSpPr>
        <p:spPr/>
        <p:txBody>
          <a:bodyPr/>
          <a:lstStyle/>
          <a:p>
            <a:fld id="{5F9F1684-EA3B-4742-A1AE-8ED6EA020586}" type="slidenum">
              <a:rPr lang="en-IN" smtClean="0"/>
              <a:t>‹#›</a:t>
            </a:fld>
            <a:endParaRPr lang="en-IN"/>
          </a:p>
        </p:txBody>
      </p:sp>
    </p:spTree>
    <p:extLst>
      <p:ext uri="{BB962C8B-B14F-4D97-AF65-F5344CB8AC3E}">
        <p14:creationId xmlns:p14="http://schemas.microsoft.com/office/powerpoint/2010/main" val="3271717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1CAC-877D-C615-4DD0-227E7361E4A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DFFFBAC-B3D7-8A12-73FF-F783AB84B299}"/>
              </a:ext>
            </a:extLst>
          </p:cNvPr>
          <p:cNvSpPr>
            <a:spLocks noGrp="1"/>
          </p:cNvSpPr>
          <p:nvPr>
            <p:ph type="dt" sz="half" idx="10"/>
          </p:nvPr>
        </p:nvSpPr>
        <p:spPr/>
        <p:txBody>
          <a:bodyPr/>
          <a:lstStyle/>
          <a:p>
            <a:fld id="{D31867A6-2BA6-4EA7-96BA-496897A2BF05}" type="datetimeFigureOut">
              <a:rPr lang="en-IN" smtClean="0"/>
              <a:t>02-05-2026</a:t>
            </a:fld>
            <a:endParaRPr lang="en-IN"/>
          </a:p>
        </p:txBody>
      </p:sp>
      <p:sp>
        <p:nvSpPr>
          <p:cNvPr id="4" name="Footer Placeholder 3">
            <a:extLst>
              <a:ext uri="{FF2B5EF4-FFF2-40B4-BE49-F238E27FC236}">
                <a16:creationId xmlns:a16="http://schemas.microsoft.com/office/drawing/2014/main" id="{F9500FDB-DF27-A4E6-6972-8743273AADA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52D5117-5B0A-BA00-6495-C5DF77FE0E84}"/>
              </a:ext>
            </a:extLst>
          </p:cNvPr>
          <p:cNvSpPr>
            <a:spLocks noGrp="1"/>
          </p:cNvSpPr>
          <p:nvPr>
            <p:ph type="sldNum" sz="quarter" idx="12"/>
          </p:nvPr>
        </p:nvSpPr>
        <p:spPr/>
        <p:txBody>
          <a:bodyPr/>
          <a:lstStyle/>
          <a:p>
            <a:fld id="{5F9F1684-EA3B-4742-A1AE-8ED6EA020586}" type="slidenum">
              <a:rPr lang="en-IN" smtClean="0"/>
              <a:t>‹#›</a:t>
            </a:fld>
            <a:endParaRPr lang="en-IN"/>
          </a:p>
        </p:txBody>
      </p:sp>
    </p:spTree>
    <p:extLst>
      <p:ext uri="{BB962C8B-B14F-4D97-AF65-F5344CB8AC3E}">
        <p14:creationId xmlns:p14="http://schemas.microsoft.com/office/powerpoint/2010/main" val="3881739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CDB3DA-77BB-039A-CE0E-A4A2DDA1844B}"/>
              </a:ext>
            </a:extLst>
          </p:cNvPr>
          <p:cNvSpPr>
            <a:spLocks noGrp="1"/>
          </p:cNvSpPr>
          <p:nvPr>
            <p:ph type="dt" sz="half" idx="10"/>
          </p:nvPr>
        </p:nvSpPr>
        <p:spPr/>
        <p:txBody>
          <a:bodyPr/>
          <a:lstStyle/>
          <a:p>
            <a:fld id="{D31867A6-2BA6-4EA7-96BA-496897A2BF05}" type="datetimeFigureOut">
              <a:rPr lang="en-IN" smtClean="0"/>
              <a:t>02-05-2026</a:t>
            </a:fld>
            <a:endParaRPr lang="en-IN"/>
          </a:p>
        </p:txBody>
      </p:sp>
      <p:sp>
        <p:nvSpPr>
          <p:cNvPr id="3" name="Footer Placeholder 2">
            <a:extLst>
              <a:ext uri="{FF2B5EF4-FFF2-40B4-BE49-F238E27FC236}">
                <a16:creationId xmlns:a16="http://schemas.microsoft.com/office/drawing/2014/main" id="{9676CC33-2178-6325-4520-EFF9CD6FC1C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BCD9F95-6237-B3CB-A8A9-A378E68A36C3}"/>
              </a:ext>
            </a:extLst>
          </p:cNvPr>
          <p:cNvSpPr>
            <a:spLocks noGrp="1"/>
          </p:cNvSpPr>
          <p:nvPr>
            <p:ph type="sldNum" sz="quarter" idx="12"/>
          </p:nvPr>
        </p:nvSpPr>
        <p:spPr/>
        <p:txBody>
          <a:bodyPr/>
          <a:lstStyle/>
          <a:p>
            <a:fld id="{5F9F1684-EA3B-4742-A1AE-8ED6EA020586}" type="slidenum">
              <a:rPr lang="en-IN" smtClean="0"/>
              <a:t>‹#›</a:t>
            </a:fld>
            <a:endParaRPr lang="en-IN"/>
          </a:p>
        </p:txBody>
      </p:sp>
    </p:spTree>
    <p:extLst>
      <p:ext uri="{BB962C8B-B14F-4D97-AF65-F5344CB8AC3E}">
        <p14:creationId xmlns:p14="http://schemas.microsoft.com/office/powerpoint/2010/main" val="2919069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F0CE9-2F8D-87E2-B124-71C54A1363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490346F-990F-DBE4-9F49-DC86D9A625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C0FF702-3D0F-A7AA-829A-0F0368C577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32EE2B-D00F-A3DD-5196-1671DFE6CB80}"/>
              </a:ext>
            </a:extLst>
          </p:cNvPr>
          <p:cNvSpPr>
            <a:spLocks noGrp="1"/>
          </p:cNvSpPr>
          <p:nvPr>
            <p:ph type="dt" sz="half" idx="10"/>
          </p:nvPr>
        </p:nvSpPr>
        <p:spPr/>
        <p:txBody>
          <a:bodyPr/>
          <a:lstStyle/>
          <a:p>
            <a:fld id="{D31867A6-2BA6-4EA7-96BA-496897A2BF05}" type="datetimeFigureOut">
              <a:rPr lang="en-IN" smtClean="0"/>
              <a:t>02-05-2026</a:t>
            </a:fld>
            <a:endParaRPr lang="en-IN"/>
          </a:p>
        </p:txBody>
      </p:sp>
      <p:sp>
        <p:nvSpPr>
          <p:cNvPr id="6" name="Footer Placeholder 5">
            <a:extLst>
              <a:ext uri="{FF2B5EF4-FFF2-40B4-BE49-F238E27FC236}">
                <a16:creationId xmlns:a16="http://schemas.microsoft.com/office/drawing/2014/main" id="{EF95E0D3-C77A-B087-FA09-838B4A4E96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2C0CC9-4B50-A446-407F-E1E03AE34FA6}"/>
              </a:ext>
            </a:extLst>
          </p:cNvPr>
          <p:cNvSpPr>
            <a:spLocks noGrp="1"/>
          </p:cNvSpPr>
          <p:nvPr>
            <p:ph type="sldNum" sz="quarter" idx="12"/>
          </p:nvPr>
        </p:nvSpPr>
        <p:spPr/>
        <p:txBody>
          <a:bodyPr/>
          <a:lstStyle/>
          <a:p>
            <a:fld id="{5F9F1684-EA3B-4742-A1AE-8ED6EA020586}" type="slidenum">
              <a:rPr lang="en-IN" smtClean="0"/>
              <a:t>‹#›</a:t>
            </a:fld>
            <a:endParaRPr lang="en-IN"/>
          </a:p>
        </p:txBody>
      </p:sp>
    </p:spTree>
    <p:extLst>
      <p:ext uri="{BB962C8B-B14F-4D97-AF65-F5344CB8AC3E}">
        <p14:creationId xmlns:p14="http://schemas.microsoft.com/office/powerpoint/2010/main" val="1171389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8ACA-D234-9DDC-9EE4-6149280B9A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264E93B-F37F-2CFD-52A9-958BEDBFD8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DD8FB9B-6119-B812-021A-BB60377D3C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9DBE28-987E-5350-BE40-57778D7CF729}"/>
              </a:ext>
            </a:extLst>
          </p:cNvPr>
          <p:cNvSpPr>
            <a:spLocks noGrp="1"/>
          </p:cNvSpPr>
          <p:nvPr>
            <p:ph type="dt" sz="half" idx="10"/>
          </p:nvPr>
        </p:nvSpPr>
        <p:spPr/>
        <p:txBody>
          <a:bodyPr/>
          <a:lstStyle/>
          <a:p>
            <a:fld id="{D31867A6-2BA6-4EA7-96BA-496897A2BF05}" type="datetimeFigureOut">
              <a:rPr lang="en-IN" smtClean="0"/>
              <a:t>02-05-2026</a:t>
            </a:fld>
            <a:endParaRPr lang="en-IN"/>
          </a:p>
        </p:txBody>
      </p:sp>
      <p:sp>
        <p:nvSpPr>
          <p:cNvPr id="6" name="Footer Placeholder 5">
            <a:extLst>
              <a:ext uri="{FF2B5EF4-FFF2-40B4-BE49-F238E27FC236}">
                <a16:creationId xmlns:a16="http://schemas.microsoft.com/office/drawing/2014/main" id="{A11F00FF-F53A-33AE-2249-214CA50DD0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43C90E-1788-499C-02F0-2FEB2E1AF56A}"/>
              </a:ext>
            </a:extLst>
          </p:cNvPr>
          <p:cNvSpPr>
            <a:spLocks noGrp="1"/>
          </p:cNvSpPr>
          <p:nvPr>
            <p:ph type="sldNum" sz="quarter" idx="12"/>
          </p:nvPr>
        </p:nvSpPr>
        <p:spPr/>
        <p:txBody>
          <a:bodyPr/>
          <a:lstStyle/>
          <a:p>
            <a:fld id="{5F9F1684-EA3B-4742-A1AE-8ED6EA020586}" type="slidenum">
              <a:rPr lang="en-IN" smtClean="0"/>
              <a:t>‹#›</a:t>
            </a:fld>
            <a:endParaRPr lang="en-IN"/>
          </a:p>
        </p:txBody>
      </p:sp>
    </p:spTree>
    <p:extLst>
      <p:ext uri="{BB962C8B-B14F-4D97-AF65-F5344CB8AC3E}">
        <p14:creationId xmlns:p14="http://schemas.microsoft.com/office/powerpoint/2010/main" val="3757572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BEFEA-02B1-CBCC-2BFF-8D778CB901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E730CC-6C76-88F8-49A4-3DE8FA13EF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3F4516-16BA-1B1E-AE33-AD7DB3CF5ECF}"/>
              </a:ext>
            </a:extLst>
          </p:cNvPr>
          <p:cNvSpPr>
            <a:spLocks noGrp="1"/>
          </p:cNvSpPr>
          <p:nvPr>
            <p:ph type="dt" sz="half" idx="10"/>
          </p:nvPr>
        </p:nvSpPr>
        <p:spPr/>
        <p:txBody>
          <a:bodyPr/>
          <a:lstStyle/>
          <a:p>
            <a:fld id="{D31867A6-2BA6-4EA7-96BA-496897A2BF05}" type="datetimeFigureOut">
              <a:rPr lang="en-IN" smtClean="0"/>
              <a:t>02-05-2026</a:t>
            </a:fld>
            <a:endParaRPr lang="en-IN"/>
          </a:p>
        </p:txBody>
      </p:sp>
      <p:sp>
        <p:nvSpPr>
          <p:cNvPr id="5" name="Footer Placeholder 4">
            <a:extLst>
              <a:ext uri="{FF2B5EF4-FFF2-40B4-BE49-F238E27FC236}">
                <a16:creationId xmlns:a16="http://schemas.microsoft.com/office/drawing/2014/main" id="{E3BA3A5D-7324-3EBC-2939-F0F71DC37C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365717-AEE8-E3DC-8947-F3558CE7B694}"/>
              </a:ext>
            </a:extLst>
          </p:cNvPr>
          <p:cNvSpPr>
            <a:spLocks noGrp="1"/>
          </p:cNvSpPr>
          <p:nvPr>
            <p:ph type="sldNum" sz="quarter" idx="12"/>
          </p:nvPr>
        </p:nvSpPr>
        <p:spPr/>
        <p:txBody>
          <a:bodyPr/>
          <a:lstStyle/>
          <a:p>
            <a:fld id="{5F9F1684-EA3B-4742-A1AE-8ED6EA020586}" type="slidenum">
              <a:rPr lang="en-IN" smtClean="0"/>
              <a:t>‹#›</a:t>
            </a:fld>
            <a:endParaRPr lang="en-IN"/>
          </a:p>
        </p:txBody>
      </p:sp>
    </p:spTree>
    <p:extLst>
      <p:ext uri="{BB962C8B-B14F-4D97-AF65-F5344CB8AC3E}">
        <p14:creationId xmlns:p14="http://schemas.microsoft.com/office/powerpoint/2010/main" val="3369044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CCB879-FDC1-5471-D1F0-24F4A5B30E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986ACA-11E5-02B3-BA7D-325211F9A4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8D6784-210A-AC89-D57B-A24020707C74}"/>
              </a:ext>
            </a:extLst>
          </p:cNvPr>
          <p:cNvSpPr>
            <a:spLocks noGrp="1"/>
          </p:cNvSpPr>
          <p:nvPr>
            <p:ph type="dt" sz="half" idx="10"/>
          </p:nvPr>
        </p:nvSpPr>
        <p:spPr/>
        <p:txBody>
          <a:bodyPr/>
          <a:lstStyle/>
          <a:p>
            <a:fld id="{D31867A6-2BA6-4EA7-96BA-496897A2BF05}" type="datetimeFigureOut">
              <a:rPr lang="en-IN" smtClean="0"/>
              <a:t>02-05-2026</a:t>
            </a:fld>
            <a:endParaRPr lang="en-IN"/>
          </a:p>
        </p:txBody>
      </p:sp>
      <p:sp>
        <p:nvSpPr>
          <p:cNvPr id="5" name="Footer Placeholder 4">
            <a:extLst>
              <a:ext uri="{FF2B5EF4-FFF2-40B4-BE49-F238E27FC236}">
                <a16:creationId xmlns:a16="http://schemas.microsoft.com/office/drawing/2014/main" id="{35670EF4-8F81-E315-9330-4AD0798C97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C3696D-04A9-0670-F2CC-8AA62048EE86}"/>
              </a:ext>
            </a:extLst>
          </p:cNvPr>
          <p:cNvSpPr>
            <a:spLocks noGrp="1"/>
          </p:cNvSpPr>
          <p:nvPr>
            <p:ph type="sldNum" sz="quarter" idx="12"/>
          </p:nvPr>
        </p:nvSpPr>
        <p:spPr/>
        <p:txBody>
          <a:bodyPr/>
          <a:lstStyle/>
          <a:p>
            <a:fld id="{5F9F1684-EA3B-4742-A1AE-8ED6EA020586}" type="slidenum">
              <a:rPr lang="en-IN" smtClean="0"/>
              <a:t>‹#›</a:t>
            </a:fld>
            <a:endParaRPr lang="en-IN"/>
          </a:p>
        </p:txBody>
      </p:sp>
    </p:spTree>
    <p:extLst>
      <p:ext uri="{BB962C8B-B14F-4D97-AF65-F5344CB8AC3E}">
        <p14:creationId xmlns:p14="http://schemas.microsoft.com/office/powerpoint/2010/main" val="1151996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B46C60-1AE0-6A24-9D29-A2DF9B55F7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888285-7848-92FE-57E6-9AD8AED366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F598E4-3B60-6DD7-3245-1F4E828864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1867A6-2BA6-4EA7-96BA-496897A2BF05}" type="datetimeFigureOut">
              <a:rPr lang="en-IN" smtClean="0"/>
              <a:t>02-05-2026</a:t>
            </a:fld>
            <a:endParaRPr lang="en-IN"/>
          </a:p>
        </p:txBody>
      </p:sp>
      <p:sp>
        <p:nvSpPr>
          <p:cNvPr id="5" name="Footer Placeholder 4">
            <a:extLst>
              <a:ext uri="{FF2B5EF4-FFF2-40B4-BE49-F238E27FC236}">
                <a16:creationId xmlns:a16="http://schemas.microsoft.com/office/drawing/2014/main" id="{D65DBE1A-385B-87FC-F8A9-AEBA2CC088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B063159-74F2-E493-2943-4AB19F9FEB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9F1684-EA3B-4742-A1AE-8ED6EA020586}" type="slidenum">
              <a:rPr lang="en-IN" smtClean="0"/>
              <a:t>‹#›</a:t>
            </a:fld>
            <a:endParaRPr lang="en-IN"/>
          </a:p>
        </p:txBody>
      </p:sp>
    </p:spTree>
    <p:extLst>
      <p:ext uri="{BB962C8B-B14F-4D97-AF65-F5344CB8AC3E}">
        <p14:creationId xmlns:p14="http://schemas.microsoft.com/office/powerpoint/2010/main" val="2707989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zoom.us/j/87240377311" TargetMode="Externa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youtube.com/playlist?list=PLVlQHNRLflP8Pt3wVlRWRaXZXi79cIwSq"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crewAIInc/crewAI" TargetMode="External"/><Relationship Id="rId2" Type="http://schemas.openxmlformats.org/officeDocument/2006/relationships/hyperlink" Target="https://docs.crewai.com/" TargetMode="Externa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hyperlink" Target="https://serper.dev/"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C53E0E-A666-17AD-468B-279F69F5F530}"/>
              </a:ext>
            </a:extLst>
          </p:cNvPr>
          <p:cNvPicPr>
            <a:picLocks noChangeAspect="1"/>
          </p:cNvPicPr>
          <p:nvPr/>
        </p:nvPicPr>
        <p:blipFill>
          <a:blip r:embed="rId2"/>
          <a:stretch>
            <a:fillRect/>
          </a:stretch>
        </p:blipFill>
        <p:spPr>
          <a:xfrm>
            <a:off x="1" y="83976"/>
            <a:ext cx="12192000" cy="6699379"/>
          </a:xfrm>
          <a:prstGeom prst="rect">
            <a:avLst/>
          </a:prstGeom>
        </p:spPr>
      </p:pic>
    </p:spTree>
    <p:extLst>
      <p:ext uri="{BB962C8B-B14F-4D97-AF65-F5344CB8AC3E}">
        <p14:creationId xmlns:p14="http://schemas.microsoft.com/office/powerpoint/2010/main" val="3511647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810CC1-1208-3C46-9E9D-5BFB29A42DC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73360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8B13D4-4299-A50D-7C7A-27E95ABE6A82}"/>
              </a:ext>
            </a:extLst>
          </p:cNvPr>
          <p:cNvPicPr>
            <a:picLocks noChangeAspect="1"/>
          </p:cNvPicPr>
          <p:nvPr/>
        </p:nvPicPr>
        <p:blipFill>
          <a:blip r:embed="rId2"/>
          <a:stretch>
            <a:fillRect/>
          </a:stretch>
        </p:blipFill>
        <p:spPr>
          <a:xfrm>
            <a:off x="0" y="1"/>
            <a:ext cx="12192000" cy="6858000"/>
          </a:xfrm>
          <a:prstGeom prst="rect">
            <a:avLst/>
          </a:prstGeom>
        </p:spPr>
      </p:pic>
    </p:spTree>
    <p:extLst>
      <p:ext uri="{BB962C8B-B14F-4D97-AF65-F5344CB8AC3E}">
        <p14:creationId xmlns:p14="http://schemas.microsoft.com/office/powerpoint/2010/main" val="3530579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4A040B2-AE17-C0A4-9C5C-7F243441F7ED}"/>
              </a:ext>
            </a:extLst>
          </p:cNvPr>
          <p:cNvSpPr>
            <a:spLocks noGrp="1"/>
          </p:cNvSpPr>
          <p:nvPr>
            <p:ph type="subTitle" idx="1"/>
          </p:nvPr>
        </p:nvSpPr>
        <p:spPr>
          <a:xfrm>
            <a:off x="37322" y="4198776"/>
            <a:ext cx="6503437" cy="1576873"/>
          </a:xfrm>
        </p:spPr>
        <p:txBody>
          <a:bodyPr>
            <a:normAutofit/>
          </a:bodyPr>
          <a:lstStyle/>
          <a:p>
            <a:r>
              <a:rPr lang="en-IN" sz="3200" b="1" dirty="0"/>
              <a:t> Live Webinar Link</a:t>
            </a:r>
            <a:r>
              <a:rPr lang="en-IN" sz="3200" b="1" dirty="0">
                <a:sym typeface="Wingdings" panose="05000000000000000000" pitchFamily="2" charset="2"/>
              </a:rPr>
              <a:t></a:t>
            </a:r>
          </a:p>
          <a:p>
            <a:r>
              <a:rPr lang="en-IN" sz="3200" b="1" dirty="0"/>
              <a:t> </a:t>
            </a:r>
            <a:r>
              <a:rPr lang="en-IN" sz="3200" b="1" dirty="0">
                <a:hlinkClick r:id="rId2"/>
              </a:rPr>
              <a:t>https://zoom.us/j/87240377311</a:t>
            </a:r>
            <a:endParaRPr lang="en-IN" sz="3200" b="1" dirty="0"/>
          </a:p>
          <a:p>
            <a:endParaRPr lang="en-IN" sz="3200" b="1" dirty="0"/>
          </a:p>
          <a:p>
            <a:endParaRPr lang="en-IN" sz="3200" b="1" dirty="0"/>
          </a:p>
          <a:p>
            <a:endParaRPr lang="en-GB" sz="3200" b="1" dirty="0"/>
          </a:p>
          <a:p>
            <a:endParaRPr lang="en-IN" sz="3200" b="1" dirty="0"/>
          </a:p>
        </p:txBody>
      </p:sp>
      <p:pic>
        <p:nvPicPr>
          <p:cNvPr id="5" name="Picture 4">
            <a:extLst>
              <a:ext uri="{FF2B5EF4-FFF2-40B4-BE49-F238E27FC236}">
                <a16:creationId xmlns:a16="http://schemas.microsoft.com/office/drawing/2014/main" id="{4AE40ECB-EFD8-04D3-B792-68FCC12A3931}"/>
              </a:ext>
            </a:extLst>
          </p:cNvPr>
          <p:cNvPicPr>
            <a:picLocks noChangeAspect="1"/>
          </p:cNvPicPr>
          <p:nvPr/>
        </p:nvPicPr>
        <p:blipFill>
          <a:blip r:embed="rId3"/>
          <a:stretch>
            <a:fillRect/>
          </a:stretch>
        </p:blipFill>
        <p:spPr>
          <a:xfrm>
            <a:off x="6780244" y="2687217"/>
            <a:ext cx="5374434" cy="4170783"/>
          </a:xfrm>
          <a:prstGeom prst="rect">
            <a:avLst/>
          </a:prstGeom>
        </p:spPr>
      </p:pic>
      <p:pic>
        <p:nvPicPr>
          <p:cNvPr id="7" name="Picture 6">
            <a:extLst>
              <a:ext uri="{FF2B5EF4-FFF2-40B4-BE49-F238E27FC236}">
                <a16:creationId xmlns:a16="http://schemas.microsoft.com/office/drawing/2014/main" id="{829A7177-E6BC-C5DA-B44C-E06900E1597B}"/>
              </a:ext>
            </a:extLst>
          </p:cNvPr>
          <p:cNvPicPr>
            <a:picLocks noChangeAspect="1"/>
          </p:cNvPicPr>
          <p:nvPr/>
        </p:nvPicPr>
        <p:blipFill>
          <a:blip r:embed="rId4"/>
          <a:stretch>
            <a:fillRect/>
          </a:stretch>
        </p:blipFill>
        <p:spPr>
          <a:xfrm>
            <a:off x="0" y="28052"/>
            <a:ext cx="12192000" cy="2631172"/>
          </a:xfrm>
          <a:prstGeom prst="rect">
            <a:avLst/>
          </a:prstGeom>
        </p:spPr>
      </p:pic>
    </p:spTree>
    <p:extLst>
      <p:ext uri="{BB962C8B-B14F-4D97-AF65-F5344CB8AC3E}">
        <p14:creationId xmlns:p14="http://schemas.microsoft.com/office/powerpoint/2010/main" val="393182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39768"/>
            <a:ext cx="5631508" cy="2925946"/>
          </a:xfrm>
        </p:spPr>
        <p:txBody>
          <a:bodyPr anchor="t">
            <a:noAutofit/>
          </a:bodyPr>
          <a:lstStyle/>
          <a:p>
            <a:pPr algn="ctr"/>
            <a:r>
              <a:rPr lang="en-US" sz="6600" b="1" dirty="0">
                <a:solidFill>
                  <a:schemeClr val="accent6">
                    <a:lumMod val="20000"/>
                    <a:lumOff val="80000"/>
                  </a:schemeClr>
                </a:solidFill>
                <a:highlight>
                  <a:srgbClr val="FF0000"/>
                </a:highlight>
              </a:rPr>
              <a:t>Advanced Agentic AI Playlist</a:t>
            </a:r>
            <a:endParaRPr lang="en-US" sz="6600" dirty="0">
              <a:solidFill>
                <a:schemeClr val="accent6">
                  <a:lumMod val="20000"/>
                  <a:lumOff val="80000"/>
                </a:schemeClr>
              </a:solidFill>
              <a:highlight>
                <a:srgbClr val="FF0000"/>
              </a:highlight>
            </a:endParaRPr>
          </a:p>
        </p:txBody>
      </p:sp>
      <p:sp>
        <p:nvSpPr>
          <p:cNvPr id="3" name="Subtitle 2"/>
          <p:cNvSpPr>
            <a:spLocks noGrp="1"/>
          </p:cNvSpPr>
          <p:nvPr>
            <p:ph type="subTitle" idx="1"/>
          </p:nvPr>
        </p:nvSpPr>
        <p:spPr>
          <a:xfrm>
            <a:off x="247455" y="3916495"/>
            <a:ext cx="5304550" cy="1898839"/>
          </a:xfrm>
        </p:spPr>
        <p:txBody>
          <a:bodyPr vert="horz" lIns="91440" tIns="45720" rIns="91440" bIns="45720" rtlCol="0" anchor="b">
            <a:normAutofit/>
          </a:bodyPr>
          <a:lstStyle/>
          <a:p>
            <a:pPr>
              <a:lnSpc>
                <a:spcPct val="100000"/>
              </a:lnSpc>
            </a:pPr>
            <a:r>
              <a:rPr lang="en-US" sz="2400" b="1" u="sng" dirty="0">
                <a:ea typeface="+mn-lt"/>
                <a:cs typeface="+mn-lt"/>
                <a:hlinkClick r:id="rId2"/>
              </a:rPr>
              <a:t>https://www.youtube.com/playlist?list=PLVlQHNRLflP8Pt3wVlRWRaXZXi79cIwSq</a:t>
            </a:r>
            <a:endParaRPr lang="en-US" sz="2400" b="1" u="sng" dirty="0">
              <a:ea typeface="+mn-lt"/>
              <a:cs typeface="+mn-lt"/>
            </a:endParaRPr>
          </a:p>
          <a:p>
            <a:pPr>
              <a:lnSpc>
                <a:spcPct val="100000"/>
              </a:lnSpc>
            </a:pPr>
            <a:endParaRPr lang="en-US" sz="2400" b="1" u="sng" dirty="0"/>
          </a:p>
        </p:txBody>
      </p:sp>
      <p:pic>
        <p:nvPicPr>
          <p:cNvPr id="4" name="Picture 3" descr="A screenshot of a video&#10;&#10;AI-generated content may be incorrect.">
            <a:extLst>
              <a:ext uri="{FF2B5EF4-FFF2-40B4-BE49-F238E27FC236}">
                <a16:creationId xmlns:a16="http://schemas.microsoft.com/office/drawing/2014/main" id="{BF8D4B12-3448-C5D2-1FCC-48410994629C}"/>
              </a:ext>
            </a:extLst>
          </p:cNvPr>
          <p:cNvPicPr>
            <a:picLocks noChangeAspect="1"/>
          </p:cNvPicPr>
          <p:nvPr/>
        </p:nvPicPr>
        <p:blipFill>
          <a:blip r:embed="rId3"/>
          <a:srcRect r="56593" b="-1"/>
          <a:stretch>
            <a:fillRect/>
          </a:stretch>
        </p:blipFill>
        <p:spPr>
          <a:xfrm>
            <a:off x="5631508" y="0"/>
            <a:ext cx="6560491" cy="685800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F346EE-4B35-B33D-61E2-1ED55AA988BF}"/>
              </a:ext>
            </a:extLst>
          </p:cNvPr>
          <p:cNvPicPr>
            <a:picLocks noChangeAspect="1"/>
          </p:cNvPicPr>
          <p:nvPr/>
        </p:nvPicPr>
        <p:blipFill>
          <a:blip r:embed="rId2"/>
          <a:stretch>
            <a:fillRect/>
          </a:stretch>
        </p:blipFill>
        <p:spPr>
          <a:xfrm>
            <a:off x="0" y="1"/>
            <a:ext cx="12191999" cy="6858000"/>
          </a:xfrm>
          <a:prstGeom prst="rect">
            <a:avLst/>
          </a:prstGeom>
        </p:spPr>
      </p:pic>
    </p:spTree>
    <p:extLst>
      <p:ext uri="{BB962C8B-B14F-4D97-AF65-F5344CB8AC3E}">
        <p14:creationId xmlns:p14="http://schemas.microsoft.com/office/powerpoint/2010/main" val="1479745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933D12-D9B6-C27B-4893-3D159007E4B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08192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938DDFF-2BEC-CDBD-A3B8-46A3D90B6156}"/>
              </a:ext>
            </a:extLst>
          </p:cNvPr>
          <p:cNvSpPr>
            <a:spLocks noGrp="1"/>
          </p:cNvSpPr>
          <p:nvPr>
            <p:ph type="subTitle" idx="1"/>
          </p:nvPr>
        </p:nvSpPr>
        <p:spPr>
          <a:xfrm>
            <a:off x="242595" y="4054151"/>
            <a:ext cx="4982547" cy="1600200"/>
          </a:xfrm>
        </p:spPr>
        <p:txBody>
          <a:bodyPr>
            <a:noAutofit/>
          </a:bodyPr>
          <a:lstStyle/>
          <a:p>
            <a:pPr marL="342900" indent="-342900" algn="l">
              <a:buFont typeface="Arial" panose="020B0604020202020204" pitchFamily="34" charset="0"/>
              <a:buChar char="•"/>
            </a:pPr>
            <a:r>
              <a:rPr lang="en-IN" sz="2000" b="1" dirty="0"/>
              <a:t>Refer to the documents </a:t>
            </a:r>
            <a:r>
              <a:rPr lang="en-IN" sz="2000" b="1" dirty="0">
                <a:sym typeface="Wingdings" panose="05000000000000000000" pitchFamily="2" charset="2"/>
              </a:rPr>
              <a:t></a:t>
            </a:r>
            <a:r>
              <a:rPr lang="en-IN" sz="2000" b="1" dirty="0"/>
              <a:t> </a:t>
            </a:r>
          </a:p>
          <a:p>
            <a:pPr algn="l"/>
            <a:r>
              <a:rPr lang="en-IN" sz="2000" b="1" u="sng" dirty="0">
                <a:hlinkClick r:id="rId2"/>
              </a:rPr>
              <a:t>https://docs.crewai.com/</a:t>
            </a:r>
            <a:endParaRPr lang="en-IN" sz="2000" b="1" u="sng" dirty="0"/>
          </a:p>
          <a:p>
            <a:pPr marL="342900" indent="-342900" algn="l">
              <a:buFont typeface="Arial" panose="020B0604020202020204" pitchFamily="34" charset="0"/>
              <a:buChar char="•"/>
            </a:pPr>
            <a:r>
              <a:rPr lang="en-IN" sz="2000" b="1" dirty="0"/>
              <a:t>Crew ai GitHub </a:t>
            </a:r>
            <a:r>
              <a:rPr lang="en-IN" sz="2000" b="1" dirty="0">
                <a:sym typeface="Wingdings" panose="05000000000000000000" pitchFamily="2" charset="2"/>
              </a:rPr>
              <a:t></a:t>
            </a:r>
            <a:r>
              <a:rPr lang="en-IN" sz="2000" b="1" dirty="0"/>
              <a:t> </a:t>
            </a:r>
          </a:p>
          <a:p>
            <a:pPr algn="l"/>
            <a:r>
              <a:rPr lang="en-IN" sz="2000" b="1" dirty="0">
                <a:hlinkClick r:id="rId3"/>
              </a:rPr>
              <a:t>https://github.com/crewAIInc/crewAI</a:t>
            </a:r>
            <a:endParaRPr lang="en-IN" sz="2000" b="1" dirty="0"/>
          </a:p>
          <a:p>
            <a:endParaRPr lang="en-IN" sz="2000" dirty="0"/>
          </a:p>
        </p:txBody>
      </p:sp>
      <p:pic>
        <p:nvPicPr>
          <p:cNvPr id="4" name="Picture 3">
            <a:extLst>
              <a:ext uri="{FF2B5EF4-FFF2-40B4-BE49-F238E27FC236}">
                <a16:creationId xmlns:a16="http://schemas.microsoft.com/office/drawing/2014/main" id="{FF7C4870-D689-7F87-9C43-A80A54C238C9}"/>
              </a:ext>
            </a:extLst>
          </p:cNvPr>
          <p:cNvPicPr>
            <a:picLocks noChangeAspect="1"/>
          </p:cNvPicPr>
          <p:nvPr/>
        </p:nvPicPr>
        <p:blipFill>
          <a:blip r:embed="rId4"/>
          <a:stretch>
            <a:fillRect/>
          </a:stretch>
        </p:blipFill>
        <p:spPr>
          <a:xfrm>
            <a:off x="4805265" y="3428999"/>
            <a:ext cx="7386735" cy="3429001"/>
          </a:xfrm>
          <a:prstGeom prst="rect">
            <a:avLst/>
          </a:prstGeom>
        </p:spPr>
      </p:pic>
      <p:pic>
        <p:nvPicPr>
          <p:cNvPr id="6" name="Picture 5">
            <a:extLst>
              <a:ext uri="{FF2B5EF4-FFF2-40B4-BE49-F238E27FC236}">
                <a16:creationId xmlns:a16="http://schemas.microsoft.com/office/drawing/2014/main" id="{EFA3412A-1AB1-B681-D380-663633694358}"/>
              </a:ext>
            </a:extLst>
          </p:cNvPr>
          <p:cNvPicPr>
            <a:picLocks noChangeAspect="1"/>
          </p:cNvPicPr>
          <p:nvPr/>
        </p:nvPicPr>
        <p:blipFill>
          <a:blip r:embed="rId5"/>
          <a:stretch>
            <a:fillRect/>
          </a:stretch>
        </p:blipFill>
        <p:spPr>
          <a:xfrm>
            <a:off x="0" y="162381"/>
            <a:ext cx="12192000" cy="3266619"/>
          </a:xfrm>
          <a:prstGeom prst="rect">
            <a:avLst/>
          </a:prstGeom>
        </p:spPr>
      </p:pic>
    </p:spTree>
    <p:extLst>
      <p:ext uri="{BB962C8B-B14F-4D97-AF65-F5344CB8AC3E}">
        <p14:creationId xmlns:p14="http://schemas.microsoft.com/office/powerpoint/2010/main" val="524443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CD1AE-C98F-ECB4-43A2-AB7A018505ED}"/>
              </a:ext>
            </a:extLst>
          </p:cNvPr>
          <p:cNvSpPr>
            <a:spLocks noGrp="1"/>
          </p:cNvSpPr>
          <p:nvPr>
            <p:ph type="ctrTitle"/>
          </p:nvPr>
        </p:nvSpPr>
        <p:spPr>
          <a:xfrm>
            <a:off x="0" y="77805"/>
            <a:ext cx="12192000" cy="482633"/>
          </a:xfrm>
          <a:gradFill>
            <a:gsLst>
              <a:gs pos="83000">
                <a:srgbClr val="8FCFED"/>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wrap="square" lIns="91440" tIns="45720" rIns="91440" bIns="45720" rtlCol="0" anchor="b">
            <a:spAutoFit/>
          </a:bodyPr>
          <a:lstStyle/>
          <a:p>
            <a:r>
              <a:rPr lang="en-IN" sz="2800" b="1" dirty="0">
                <a:solidFill>
                  <a:schemeClr val="tx2"/>
                </a:solidFill>
                <a:highlight>
                  <a:srgbClr val="FFFF00"/>
                </a:highlight>
                <a:latin typeface="+mn-lt"/>
                <a:ea typeface="+mn-ea"/>
                <a:cs typeface="+mn-cs"/>
              </a:rPr>
              <a:t>PROJECT:  </a:t>
            </a:r>
            <a:r>
              <a:rPr lang="en-US" sz="2800" b="1" dirty="0">
                <a:solidFill>
                  <a:schemeClr val="tx2"/>
                </a:solidFill>
                <a:highlight>
                  <a:srgbClr val="FFFF00"/>
                </a:highlight>
                <a:latin typeface="+mn-lt"/>
                <a:ea typeface="+mn-ea"/>
                <a:cs typeface="+mn-cs"/>
              </a:rPr>
              <a:t>CREW AI MULTIAGENT WORKFLOW</a:t>
            </a:r>
            <a:endParaRPr lang="en-IN" sz="2800" b="1" dirty="0">
              <a:solidFill>
                <a:schemeClr val="tx2"/>
              </a:solidFill>
              <a:highlight>
                <a:srgbClr val="FFFF00"/>
              </a:highlight>
              <a:latin typeface="+mn-lt"/>
              <a:ea typeface="+mn-ea"/>
              <a:cs typeface="+mn-cs"/>
            </a:endParaRPr>
          </a:p>
        </p:txBody>
      </p:sp>
      <p:sp>
        <p:nvSpPr>
          <p:cNvPr id="3" name="Subtitle 2">
            <a:extLst>
              <a:ext uri="{FF2B5EF4-FFF2-40B4-BE49-F238E27FC236}">
                <a16:creationId xmlns:a16="http://schemas.microsoft.com/office/drawing/2014/main" id="{DC5087D3-33B4-A0AB-7065-F1B09DEF1C0C}"/>
              </a:ext>
            </a:extLst>
          </p:cNvPr>
          <p:cNvSpPr>
            <a:spLocks noGrp="1"/>
          </p:cNvSpPr>
          <p:nvPr>
            <p:ph type="subTitle" idx="1"/>
          </p:nvPr>
        </p:nvSpPr>
        <p:spPr>
          <a:xfrm>
            <a:off x="0" y="560439"/>
            <a:ext cx="12192000" cy="6297562"/>
          </a:xfrm>
        </p:spPr>
        <p:txBody>
          <a:bodyPr>
            <a:normAutofit/>
          </a:bodyPr>
          <a:lstStyle/>
          <a:p>
            <a:pPr marL="342900" indent="-342900" algn="l">
              <a:buFont typeface="Wingdings" panose="05000000000000000000" pitchFamily="2" charset="2"/>
              <a:buChar char="Ø"/>
            </a:pPr>
            <a:r>
              <a:rPr lang="en-IN" b="1" dirty="0">
                <a:highlight>
                  <a:srgbClr val="FFFF00"/>
                </a:highlight>
              </a:rPr>
              <a:t>Software application – GOOGLE COLAB</a:t>
            </a:r>
          </a:p>
          <a:p>
            <a:pPr marL="342900" indent="-342900" algn="l">
              <a:buFont typeface="Wingdings" panose="05000000000000000000" pitchFamily="2" charset="2"/>
              <a:buChar char="Ø"/>
            </a:pPr>
            <a:r>
              <a:rPr lang="en-IN" b="1" dirty="0">
                <a:highlight>
                  <a:srgbClr val="FFFF00"/>
                </a:highlight>
              </a:rPr>
              <a:t>Reference – GITHUB CREW AI</a:t>
            </a:r>
          </a:p>
          <a:p>
            <a:pPr marL="342900" indent="-342900" algn="l">
              <a:buFont typeface="Wingdings" panose="05000000000000000000" pitchFamily="2" charset="2"/>
              <a:buChar char="Ø"/>
            </a:pPr>
            <a:r>
              <a:rPr lang="en-IN" b="1" dirty="0">
                <a:highlight>
                  <a:srgbClr val="FFFF00"/>
                </a:highlight>
              </a:rPr>
              <a:t>LLM MODEL – OPEN AI API KEY (PAID ONE) </a:t>
            </a:r>
            <a:r>
              <a:rPr lang="en-IN" b="1" dirty="0">
                <a:highlight>
                  <a:srgbClr val="FFFF00"/>
                </a:highlight>
                <a:sym typeface="Wingdings" panose="05000000000000000000" pitchFamily="2" charset="2"/>
              </a:rPr>
              <a:t> PLATFORM.OPENAI.COM | GEMINI API</a:t>
            </a:r>
            <a:endParaRPr lang="en-IN" b="1" dirty="0">
              <a:highlight>
                <a:srgbClr val="FFFF00"/>
              </a:highlight>
            </a:endParaRPr>
          </a:p>
          <a:p>
            <a:pPr marL="342900" indent="-342900" algn="l">
              <a:buFont typeface="Wingdings" panose="05000000000000000000" pitchFamily="2" charset="2"/>
              <a:buChar char="Ø"/>
            </a:pPr>
            <a:r>
              <a:rPr lang="en-IN" b="1" dirty="0">
                <a:highlight>
                  <a:srgbClr val="FFFF00"/>
                </a:highlight>
              </a:rPr>
              <a:t>SERPER API KEY </a:t>
            </a:r>
            <a:r>
              <a:rPr lang="en-IN" b="1" dirty="0">
                <a:highlight>
                  <a:srgbClr val="FFFF00"/>
                </a:highlight>
                <a:sym typeface="Wingdings" panose="05000000000000000000" pitchFamily="2" charset="2"/>
              </a:rPr>
              <a:t> </a:t>
            </a:r>
            <a:r>
              <a:rPr lang="en-IN" b="1" u="sng" dirty="0">
                <a:highlight>
                  <a:srgbClr val="FFFF00"/>
                </a:highlight>
                <a:sym typeface="Wingdings" panose="05000000000000000000" pitchFamily="2" charset="2"/>
                <a:hlinkClick r:id="rId2"/>
              </a:rPr>
              <a:t>https://serper.dev/</a:t>
            </a:r>
            <a:endParaRPr lang="en-IN" b="1" u="sng" dirty="0">
              <a:highlight>
                <a:srgbClr val="FFFF00"/>
              </a:highlight>
              <a:sym typeface="Wingdings" panose="05000000000000000000" pitchFamily="2" charset="2"/>
            </a:endParaRPr>
          </a:p>
          <a:p>
            <a:pPr algn="l"/>
            <a:r>
              <a:rPr lang="en-IN" b="1" dirty="0">
                <a:solidFill>
                  <a:schemeClr val="tx2"/>
                </a:solidFill>
                <a:highlight>
                  <a:srgbClr val="FFFF00"/>
                </a:highlight>
              </a:rPr>
              <a:t>WHAT IS SERPER ?</a:t>
            </a:r>
          </a:p>
          <a:p>
            <a:pPr marL="342900" indent="-342900" algn="l">
              <a:buFont typeface="Arial" panose="020B0604020202020204" pitchFamily="34" charset="0"/>
              <a:buChar char="•"/>
            </a:pPr>
            <a:r>
              <a:rPr lang="en-US" sz="2000" b="1" dirty="0">
                <a:ea typeface="Cambria" panose="02040503050406030204" pitchFamily="18" charset="0"/>
              </a:rPr>
              <a:t>SERPER IS AN API THAT ALLOWS DEVELOPERS TO RETRIEVE GOOGLE SEARCH RESULTS IN A STRUCTURED FORMAT. IT CAN BE USED TO PULL SEARCH DATA, SUCH AS WEB PAGES, NEWS ARTICLES, AND SUMMARIES, AND INTEGRATE THEM INTO OTHER APPLICATIONS. THIS IS PARTICULARLY USEFUL FOR BUILDING SEARCH FUNCTIONALITIES WITHIN APPS WITHOUT RELYING DIRECTLY ON GOOGLE'S TRADITIONAL INTERFACE.</a:t>
            </a:r>
          </a:p>
          <a:p>
            <a:pPr marL="342900" indent="-342900" algn="l">
              <a:buFont typeface="Arial" panose="020B0604020202020204" pitchFamily="34" charset="0"/>
              <a:buChar char="•"/>
            </a:pPr>
            <a:r>
              <a:rPr lang="en-US" sz="2000" b="1" dirty="0">
                <a:ea typeface="Cambria" panose="02040503050406030204" pitchFamily="18" charset="0"/>
              </a:rPr>
              <a:t>FOR EXAMPLE, DEVELOPERS CAN USE THE SERPER API TO AUTOMATICALLY FETCH AND SUMMARIZE NEWS ARTICLES RELATED TO SPECIFIC SEARCH QUERIES, MAKING IT EASIER TO GENERATE QUICK INSIGHTS FROM GOOGLE SEARCH RESULTS. THE API IS COMMONLY USED IN CONJUNCTION WITH TOOLS LIKE LANGCHAIN, WHERE IT HELPS STREAMLINE WORKFLOWS BY COMBINING SEARCH AND AI-GENERATED SUMMARIES, SUCH AS SUMMARIZING SEARCH RESULTS USING MODELS LIKE GPT</a:t>
            </a:r>
          </a:p>
          <a:p>
            <a:pPr marL="342900" indent="-342900" algn="l">
              <a:buFont typeface="Arial" panose="020B0604020202020204" pitchFamily="34" charset="0"/>
              <a:buChar char="•"/>
            </a:pPr>
            <a:r>
              <a:rPr lang="en-US" sz="2000" b="1" dirty="0">
                <a:ea typeface="Cambria" panose="02040503050406030204" pitchFamily="18" charset="0"/>
              </a:rPr>
              <a:t>THIS TOOL CAN BE HELPFUL FOR BUILDING APPS THAT NEED TO DISPLAY SEARCH CONTENT OR ANALYZE SEARCH RESULTS PROGRAMMATICALLY, MAKING IT A FLEXIBLE RESOURCE FOR DEVELOPERS.</a:t>
            </a:r>
            <a:endParaRPr lang="en-IN" sz="2000" b="1" dirty="0">
              <a:ea typeface="Cambria" panose="02040503050406030204" pitchFamily="18" charset="0"/>
            </a:endParaRPr>
          </a:p>
        </p:txBody>
      </p:sp>
    </p:spTree>
    <p:extLst>
      <p:ext uri="{BB962C8B-B14F-4D97-AF65-F5344CB8AC3E}">
        <p14:creationId xmlns:p14="http://schemas.microsoft.com/office/powerpoint/2010/main" val="3710993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265</Words>
  <Application>Microsoft Office PowerPoint</Application>
  <PresentationFormat>Widescreen</PresentationFormat>
  <Paragraphs>19</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Cambria</vt:lpstr>
      <vt:lpstr>Wingdings</vt:lpstr>
      <vt:lpstr>Office Theme</vt:lpstr>
      <vt:lpstr>PowerPoint Presentation</vt:lpstr>
      <vt:lpstr>PowerPoint Presentation</vt:lpstr>
      <vt:lpstr>PowerPoint Presentation</vt:lpstr>
      <vt:lpstr>PowerPoint Presentation</vt:lpstr>
      <vt:lpstr>Advanced Agentic AI Playlist</vt:lpstr>
      <vt:lpstr>PowerPoint Presentation</vt:lpstr>
      <vt:lpstr>PowerPoint Presentation</vt:lpstr>
      <vt:lpstr>PowerPoint Presentation</vt:lpstr>
      <vt:lpstr>PROJECT:  CREW AI MULTIAGENT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kodi datascientist</dc:creator>
  <cp:lastModifiedBy>kodi datascientist</cp:lastModifiedBy>
  <cp:revision>1</cp:revision>
  <dcterms:created xsi:type="dcterms:W3CDTF">2026-05-02T18:34:12Z</dcterms:created>
  <dcterms:modified xsi:type="dcterms:W3CDTF">2026-05-02T19:26:57Z</dcterms:modified>
</cp:coreProperties>
</file>